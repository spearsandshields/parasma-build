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F172A"/>
                </a:solidFill>
              </a:rPr>
              <a:t>Agenda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Project overview</a:t>
            </a:r>
          </a:p>
          <a:p>
            <a:r>
              <a:rPr lang="en-US" sz="2000"/>
              <a:t>Quarterly results</a:t>
            </a:r>
          </a:p>
          <a:p>
            <a:r>
              <a:rPr lang="en-US" sz="2000"/>
              <a:t>Next steps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F172A"/>
                </a:solidFill>
              </a:rPr>
              <a:t>Project Overview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Three Office formats render</a:t>
            </a:r>
          </a:p>
          <a:p>
            <a:r>
              <a:rPr lang="en-US" sz="2000"/>
              <a:t>One feature-gated binary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F172A"/>
                </a:solidFill>
              </a:rPr>
              <a:t>Quarterly Results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Revenue up across regions</a:t>
            </a:r>
          </a:p>
          <a:p>
            <a:r>
              <a:rPr lang="en-US" sz="2000"/>
              <a:t>Margins held steady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F172A"/>
                </a:solidFill>
              </a:rPr>
              <a:t>Next Steps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Real-file testing</a:t>
            </a:r>
          </a:p>
          <a:p>
            <a:r>
              <a:rPr lang="en-US" sz="2000"/>
              <a:t>Master-tier fidelity</a:t>
            </a:r>
          </a:p>
        </p:txBody>
      </p:sp>
    </p:spTree>
  </p:cSld>
</p:sld>
</file>