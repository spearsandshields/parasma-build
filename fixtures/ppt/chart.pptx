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32</c:v>
                </c:pt>
                <c:pt idx="2">
                  <c:v>25</c:v>
                </c:pt>
                <c:pt idx="3">
                  <c:v>41</c:v>
                </c:pt>
              </c:numCache>
            </c:numRef>
          </c:val>
        </c:ser>
        <c:axId val="1"/>
        <c:axId val="2"/>
      </c:barChart>
      <c:catAx>
        <c:axId val="1"/>
        <c:scaling>
          <c:orientation val="minMax"/>
        </c:scaling>
        <c:delete val="0"/>
        <c:axPos val="b"/>
        <c:crossAx val="2"/>
      </c:catAx>
      <c:valAx>
        <c:axId val="2"/>
        <c:scaling>
          <c:orientation val="minMax"/>
        </c:scaling>
        <c:delete val="0"/>
        <c:axPos val="l"/>
        <c:crossAx val="1"/>
      </c:valAx>
    </c:plotArea>
    <c:legend>
      <c:legendPos val="r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57200"/>
            <a:ext cx="7772400" cy="1143000"/>
          </a:xfrm>
        </p:spPr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4351338"/>
          </a:xfrm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3600" b="1">
                <a:solidFill>
                  <a:srgbClr val="0F172A"/>
                </a:solidFill>
              </a:rPr>
              <a:t>Sales by Quarter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914400" y="2133600"/>
          <a:ext cx="731520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</p:sld>
</file>