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charts/chart1.xml" ContentType="application/vnd.openxmlformats-officedocument.drawingml.chart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9144000" cy="6858000" type="screen4x3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plotArea>
      <c:layout/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18</c:v>
                </c:pt>
                <c:pt idx="1">
                  <c:v>32</c:v>
                </c:pt>
                <c:pt idx="2">
                  <c:v>25</c:v>
                </c:pt>
                <c:pt idx="3">
                  <c:v>41</c:v>
                </c:pt>
              </c:numCache>
            </c:numRef>
          </c:val>
        </c:ser>
        <c:axId val="1"/>
        <c:axId val="2"/>
      </c:barChart>
      <c:catAx>
        <c:axId val="1"/>
        <c:scaling>
          <c:orientation val="minMax"/>
        </c:scaling>
        <c:delete val="0"/>
        <c:axPos val="b"/>
        <c:crossAx val="2"/>
      </c:catAx>
      <c:valAx>
        <c:axId val="2"/>
        <c:scaling>
          <c:orientation val="minMax"/>
        </c:scaling>
        <c:delete val="0"/>
        <c:axPos val="l"/>
        <c:crossAx val="1"/>
      </c:valAx>
    </c:plotArea>
    <c:legend>
      <c:legendPos val="r"/>
    </c:legend>
    <c:plotVisOnly val="1"/>
  </c:chart>
</c:chartSpace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457200"/>
            <a:ext cx="7772400" cy="1143000"/>
          </a:xfrm>
        </p:spPr>
      </p:sp>
      <p:sp>
        <p:nvSpPr>
          <p:cNvPr id="3" name="Body 2"/>
          <p:cNvSpPr>
            <a:spLocks noGrp="1"/>
          </p:cNvSpPr>
          <p:nvPr>
            <p:ph type="body" idx="1"/>
          </p:nvPr>
        </p:nvSpPr>
        <p:spPr>
          <a:xfrm>
            <a:off x="685800" y="1828800"/>
            <a:ext cx="7772400" cy="4351338"/>
          </a:xfrm>
        </p:spPr>
      </p:sp>
    </p:spTree>
  </p:cSld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chart" Target="../charts/char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sz="3600" b="1">
                <a:solidFill>
                  <a:srgbClr val="0F172A"/>
                </a:solidFill>
              </a:rPr>
              <a:t>Sales by Quarter</a:t>
            </a:r>
          </a:p>
        </p:txBody>
      </p:sp>
      <p:graphicFrame>
        <p:nvGraphicFramePr>
          <p:cNvPr id="5" name="Chart 4"/>
          <p:cNvGraphicFramePr/>
          <p:nvPr/>
        </p:nvGraphicFramePr>
        <p:xfrm>
          <a:off x="914400" y="2133600"/>
          <a:ext cx="7315200" cy="3886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</p:sld>
</file>