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57200"/>
            <a:ext cx="7772400" cy="1143000"/>
          </a:xfrm>
        </p:spPr>
      </p:sp>
      <p:sp>
        <p:nvSpPr>
          <p:cNvPr id="3" name="Body 2"/>
          <p:cNvSpPr>
            <a:spLocks noGrp="1"/>
          </p:cNvSpPr>
          <p:nvPr>
            <p:ph type="body" idx="1"/>
          </p:nvPr>
        </p:nvSpPr>
        <p:spPr>
          <a:xfrm>
            <a:off x="685800" y="1828800"/>
            <a:ext cx="7772400" cy="4351338"/>
          </a:xfrm>
        </p:spPr>
      </p:sp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GradientRect"/>
          <p:cNvSpPr/>
          <p:nvPr/>
        </p:nvSpPr>
        <p:spPr>
          <a:xfrm>
            <a:off x="457200" y="457200"/>
            <a:ext cx="3657600" cy="2286000"/>
          </a:xfrm>
          <a:prstGeom prst="rect">
            <a:avLst/>
          </a:prstGeom>
          <a:gradFill>
            <a:gsLst>
              <a:gs pos="0">
                <a:srgbClr val="FF0000"/>
              </a:gs>
              <a:gs pos="50000">
                <a:srgbClr val="FFFF00"/>
              </a:gs>
              <a:gs pos="100000">
                <a:srgbClr val="0000FF"/>
              </a:gs>
            </a:gsLst>
            <a:lin ang="0" scaled="1"/>
          </a:gradFill>
        </p:spPr>
        <p:txBody>
          <a:bodyPr/>
          <a:lstStyle/>
          <a:p>
            <a:r>
              <a:rPr lang="en-US" sz="1800" b="1">
                <a:solidFill>
                  <a:srgbClr val="FFFFFF"/>
                </a:solidFill>
              </a:rPr>
              <a:t>Gradient</a:t>
            </a:r>
          </a:p>
        </p:txBody>
      </p:sp>
      <p:sp>
        <p:nvSpPr>
          <p:cNvPr id="3" name="DashedRect"/>
          <p:cNvSpPr/>
          <p:nvPr/>
        </p:nvSpPr>
        <p:spPr>
          <a:xfrm>
            <a:off x="4800600" y="457200"/>
            <a:ext cx="3657600" cy="2286000"/>
          </a:xfrm>
          <a:prstGeom prst="rect">
            <a:avLst/>
          </a:prstGeom>
          <a:solidFill>
            <a:srgbClr val="FDF2CC"/>
          </a:solidFill>
          <a:ln w="57150">
            <a:solidFill>
              <a:srgbClr val="C00000"/>
            </a:solidFill>
            <a:prstDash val="dash"/>
          </a:ln>
        </p:spPr>
        <p:txBody>
          <a:bodyPr/>
          <a:lstStyle/>
          <a:p>
            <a:r>
              <a:rPr lang="en-US" sz="1800" b="1">
                <a:solidFill>
                  <a:srgbClr val="7F0000"/>
                </a:solidFill>
              </a:rPr>
              <a:t>Dashed outline</a:t>
            </a:r>
          </a:p>
        </p:txBody>
      </p:sp>
      <p:sp>
        <p:nvSpPr>
          <p:cNvPr id="4" name="PatternRect"/>
          <p:cNvSpPr/>
          <p:nvPr/>
        </p:nvSpPr>
        <p:spPr>
          <a:xfrm>
            <a:off x="457200" y="3086100"/>
            <a:ext cx="3657600" cy="2286000"/>
          </a:xfrm>
          <a:prstGeom prst="rect">
            <a:avLst/>
          </a:prstGeom>
          <a:pattFill prst="cross">
            <a:fgClr>
              <a:srgbClr val="1F4E79"/>
            </a:fgClr>
            <a:bgClr>
              <a:srgbClr val="DDEBF7"/>
            </a:bgClr>
          </a:pattFill>
          <a:ln w="12700">
            <a:solidFill>
              <a:srgbClr val="1F4E79"/>
            </a:solidFill>
          </a:ln>
        </p:spPr>
        <p:txBody>
          <a:bodyPr/>
          <a:lstStyle/>
          <a:p>
            <a:r>
              <a:rPr lang="en-US" sz="1800" b="1">
                <a:solidFill>
                  <a:srgbClr val="1F2937"/>
                </a:solidFill>
              </a:rPr>
              <a:t>Pattern (cross)</a:t>
            </a:r>
          </a:p>
        </p:txBody>
      </p:sp>
      <p:sp>
        <p:nvSpPr>
          <p:cNvPr id="5" name="DiagPatternRect"/>
          <p:cNvSpPr/>
          <p:nvPr/>
        </p:nvSpPr>
        <p:spPr>
          <a:xfrm>
            <a:off x="4800600" y="3086100"/>
            <a:ext cx="3657600" cy="2286000"/>
          </a:xfrm>
          <a:prstGeom prst="rect">
            <a:avLst/>
          </a:prstGeom>
          <a:pattFill prst="ltUpDiag">
            <a:fgClr>
              <a:srgbClr val="548235"/>
            </a:fgClr>
            <a:bgClr>
              <a:srgbClr val="E2EFDA"/>
            </a:bgClr>
          </a:pattFill>
          <a:ln w="28575">
            <a:solidFill>
              <a:srgbClr val="548235"/>
            </a:solidFill>
            <a:prstDash val="sysDot"/>
          </a:ln>
        </p:spPr>
        <p:txBody>
          <a:bodyPr/>
          <a:lstStyle/>
          <a:p>
            <a:r>
              <a:rPr lang="en-US" sz="1800" b="1">
                <a:solidFill>
                  <a:srgbClr val="1F2937"/>
                </a:solidFill>
              </a:rPr>
              <a:t>Diag + dotted</a:t>
            </a:r>
          </a:p>
        </p:txBody>
      </p:sp>
    </p:spTree>
  </p:cSld>
</p:sld>
</file>