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>
                <a:solidFill>
                  <a:srgbClr val="0F172A"/>
                </a:solidFill>
              </a:rPr>
              <a:t>Fills and Colours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000"/>
              <a:t>Bulleted body line one</a:t>
            </a:r>
          </a:p>
          <a:p>
            <a:pPr algn="r">
              <a:buChar char="•"/>
            </a:pPr>
            <a:r>
              <a:rPr lang="en-US" sz="2000">
                <a:solidFill>
                  <a:srgbClr val="B91C1C"/>
                </a:solidFill>
              </a:rPr>
              <a:t>Right-aligned red line</a:t>
            </a:r>
          </a:p>
        </p:txBody>
      </p:sp>
      <p:sp>
        <p:nvSpPr>
          <p:cNvPr id="4" name="Blue Rect"/>
          <p:cNvSpPr/>
          <p:nvPr/>
        </p:nvSpPr>
        <p:spPr>
          <a:xfrm>
            <a:off x="685800" y="5181600"/>
            <a:ext cx="2286000" cy="1143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Blue</a:t>
            </a:r>
          </a:p>
        </p:txBody>
      </p:sp>
      <p:sp>
        <p:nvSpPr>
          <p:cNvPr id="5" name="Green Outlined Rect"/>
          <p:cNvSpPr/>
          <p:nvPr/>
        </p:nvSpPr>
        <p:spPr>
          <a:xfrm>
            <a:off x="3429000" y="5181600"/>
            <a:ext cx="2286000" cy="1143000"/>
          </a:xfrm>
          <a:prstGeom prst="rect">
            <a:avLst/>
          </a:prstGeom>
          <a:solidFill>
            <a:srgbClr val="16A34A"/>
          </a:solidFill>
          <a:ln w="38100">
            <a:solidFill>
              <a:srgbClr val="14532D"/>
            </a:solidFill>
          </a:ln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6" name="Amber Rect"/>
          <p:cNvSpPr/>
          <p:nvPr/>
        </p:nvSpPr>
        <p:spPr>
          <a:xfrm>
            <a:off x="6172200" y="5181600"/>
            <a:ext cx="2286000" cy="114300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0F172A"/>
                </a:solidFill>
              </a:rPr>
              <a:t>Amber</a:t>
            </a:r>
          </a:p>
        </p:txBody>
      </p:sp>
    </p:spTree>
  </p:cSld>
</p:sld>
</file>