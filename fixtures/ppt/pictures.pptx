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b="1">
                <a:solidFill>
                  <a:srgbClr val="0F172A"/>
                </a:solidFill>
              </a:rPr>
              <a:t>Picture Slide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5486400" cy="3429000"/>
          </a:xfrm>
          <a:prstGeom prst="rect">
            <a:avLst/>
          </a:prstGeom>
        </p:spPr>
      </p:pic>
    </p:spTree>
  </p:cSld>
</p:sld>
</file>