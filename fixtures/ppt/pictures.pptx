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457200"/>
            <a:ext cx="7772400" cy="1143000"/>
          </a:xfrm>
        </p:spPr>
      </p:sp>
      <p:sp>
        <p:nvSpPr>
          <p:cNvPr id="3" name="Body 2"/>
          <p:cNvSpPr>
            <a:spLocks noGrp="1"/>
          </p:cNvSpPr>
          <p:nvPr>
            <p:ph type="body" idx="1"/>
          </p:nvPr>
        </p:nvSpPr>
        <p:spPr>
          <a:xfrm>
            <a:off x="685800" y="1828800"/>
            <a:ext cx="7772400" cy="4351338"/>
          </a:xfrm>
        </p:spPr>
      </p:sp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3600" b="1">
                <a:solidFill>
                  <a:srgbClr val="0F172A"/>
                </a:solidFill>
              </a:rPr>
              <a:t>Picture Slide</a:t>
            </a:r>
          </a:p>
        </p:txBody>
      </p:sp>
      <p:pic>
        <p:nvPicPr>
          <p:cNvPr id="4" name="Picture 3"/>
          <p:cNvPicPr/>
          <p:nvPr/>
        </p:nvPicPr>
        <p:blipFill>
          <a:blip r:embed="rId2"/>
          <a:stretch>
            <a:fillRect/>
          </a:stretch>
        </p:blipFill>
        <p:spPr>
          <a:xfrm>
            <a:off x="1828800" y="2286000"/>
            <a:ext cx="5486400" cy="3429000"/>
          </a:xfrm>
          <a:prstGeom prst="rect">
            <a:avLst/>
          </a:prstGeom>
        </p:spPr>
      </p:pic>
    </p:spTree>
  </p:cSld>
</p:sld>
</file>