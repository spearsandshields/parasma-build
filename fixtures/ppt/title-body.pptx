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0"/>
            <a:ext cx="7772400" cy="1143000"/>
          </a:xfrm>
        </p:spPr>
      </p:sp>
      <p:sp>
        <p:nvSpPr>
          <p:cNvPr id="3" name="Body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351338"/>
          </a:xfrm>
        </p:spPr>
      </p:sp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b="1">
                <a:solidFill>
                  <a:srgbClr val="1F2937"/>
                </a:solidFill>
              </a:rPr>
              <a:t>Hello Title</a:t>
            </a:r>
          </a:p>
        </p:txBody>
      </p:sp>
      <p:sp>
        <p:nvSpPr>
          <p:cNvPr id="3" name="Bod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First bullet point on the slide</a:t>
            </a:r>
          </a:p>
          <a:p>
            <a:r>
              <a:rPr lang="en-US"/>
              <a:t>Second bullet point on the slide</a:t>
            </a:r>
          </a:p>
        </p:txBody>
      </p:sp>
      <p:sp>
        <p:nvSpPr>
          <p:cNvPr id="4" name="Rect 3"/>
          <p:cNvSpPr/>
          <p:nvPr/>
        </p:nvSpPr>
        <p:spPr>
          <a:xfrm>
            <a:off x="685800" y="6096000"/>
            <a:ext cx="3657600" cy="457200"/>
          </a:xfrm>
          <a:prstGeom prst="rect">
            <a:avLst/>
          </a:prstGeom>
          <a:solidFill>
            <a:srgbClr val="2563EB"/>
          </a:solidFill>
        </p:spPr>
        <p:txBody>
          <a:bodyPr/>
          <a:lstStyle/>
          <a:p>
            <a:r>
              <a:rPr lang="en-US" sz="1600">
                <a:solidFill>
                  <a:srgbClr val="FFFFFF"/>
                </a:solidFill>
              </a:rPr>
              <a:t>Boxed caption</a:t>
            </a:r>
          </a:p>
        </p:txBody>
      </p:sp>
    </p:spTree>
  </p:cSld>
</p:sld>
</file>